
<file path=[Content_Types].xml><?xml version="1.0" encoding="utf-8"?>
<Types xmlns="http://schemas.openxmlformats.org/package/2006/content-types">
  <Default Extension="aac" ContentType="audio/aac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F3F"/>
    <a:srgbClr val="4747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803" autoAdjust="0"/>
  </p:normalViewPr>
  <p:slideViewPr>
    <p:cSldViewPr snapToGrid="0">
      <p:cViewPr varScale="1">
        <p:scale>
          <a:sx n="107" d="100"/>
          <a:sy n="107" d="100"/>
        </p:scale>
        <p:origin x="750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48DC8-E8B9-D39E-AD49-D086999105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988F9D-5D9B-ED60-ABE8-76E27E9AE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719CF-1901-87AF-EC38-19D706DC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DC7BC-3F1C-48F0-8760-399A98A166CB}" type="datetimeFigureOut">
              <a:rPr lang="es-AR" smtClean="0"/>
              <a:t>11/2/2026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25CA7-AF34-5E70-B066-CAA393E6F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C82E4-D60F-C3E3-8D15-C7E189CCD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DD4A-3BBD-43AE-A431-20591808C74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38062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2C0FB-65C4-5676-5BA2-318D00A9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01FB8-41FF-5B51-D439-13E57FA8C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C8FE3-F69C-C27D-B146-1EDB8CEE5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DC7BC-3F1C-48F0-8760-399A98A166CB}" type="datetimeFigureOut">
              <a:rPr lang="es-AR" smtClean="0"/>
              <a:t>11/2/2026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FC790-9BE6-6D74-B2FC-D51CC4F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2217C-3BF5-7793-0496-213C6EB4F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DD4A-3BBD-43AE-A431-20591808C74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67879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3CDF9-FD30-92C9-E250-D94662866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DC967-1739-7265-B916-B8CE10836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3A299-7B50-6811-DDD4-F6041D3EC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DC7BC-3F1C-48F0-8760-399A98A166CB}" type="datetimeFigureOut">
              <a:rPr lang="es-AR" smtClean="0"/>
              <a:t>11/2/2026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7D9E1-8FA2-DE54-7018-F7A1F3C0D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502E8-1674-CB69-F94C-7414323A0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DD4A-3BBD-43AE-A431-20591808C74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00575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AE2D7-2D6B-CADE-6B77-0F80EDB75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C15F5-8098-1B42-68F4-610A29F277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CCAE1A-7C47-A636-BE3E-23305552D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71039-0033-E9FB-6F28-E1D94735D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DC7BC-3F1C-48F0-8760-399A98A166CB}" type="datetimeFigureOut">
              <a:rPr lang="es-AR" smtClean="0"/>
              <a:t>11/2/2026</a:t>
            </a:fld>
            <a:endParaRPr lang="es-A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DC21A0-04B9-EA2B-A336-BE7CEAFCC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520CD6-5F03-5CF8-BE20-BAC74DE22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DD4A-3BBD-43AE-A431-20591808C74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19340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BA3D8-874F-AF69-8407-CEC75EFAD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40710-883D-58EB-9725-E3EA2071E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AAF319-5416-DE58-85E1-00C9A88267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E5423D-4F9C-59A2-B636-D6F3B4B0E0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7FE650-AFED-90FD-D3E2-54957B3511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E6769D-D96E-1357-06B5-FB861F7C1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DC7BC-3F1C-48F0-8760-399A98A166CB}" type="datetimeFigureOut">
              <a:rPr lang="es-AR" smtClean="0"/>
              <a:t>11/2/2026</a:t>
            </a:fld>
            <a:endParaRPr lang="es-A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673CDE-914F-D26B-7FC3-6C4D7DDE9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821369-3236-3D29-A80E-C814EFE86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DD4A-3BBD-43AE-A431-20591808C74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74813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7985D-B336-47E1-2703-E021256BD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57FB85-E1EB-2FB9-CEC3-7935DE534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DC7BC-3F1C-48F0-8760-399A98A166CB}" type="datetimeFigureOut">
              <a:rPr lang="es-AR" smtClean="0"/>
              <a:t>11/2/2026</a:t>
            </a:fld>
            <a:endParaRPr lang="es-A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158E67-DFDF-9B05-EE5C-4ABD5B50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6E1E67-1DFD-8FCE-06E9-4572169A0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DD4A-3BBD-43AE-A431-20591808C74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6672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DC4003-D7FA-E59F-4382-1FD819492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DC7BC-3F1C-48F0-8760-399A98A166CB}" type="datetimeFigureOut">
              <a:rPr lang="es-AR" smtClean="0"/>
              <a:t>11/2/2026</a:t>
            </a:fld>
            <a:endParaRPr lang="es-A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C07608-4B52-8240-3B46-8149E9040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DA3CE0-0794-192A-3F55-A7EFAB1E4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DD4A-3BBD-43AE-A431-20591808C74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93895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2488C-7D46-C857-F937-3524B7009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1E34F-0C4E-4F6E-DE11-34113D8F8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31084-BD52-E7B0-995E-5164EA367E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1CDF29-9520-0EB6-2F5B-737E1734C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DC7BC-3F1C-48F0-8760-399A98A166CB}" type="datetimeFigureOut">
              <a:rPr lang="es-AR" smtClean="0"/>
              <a:t>11/2/2026</a:t>
            </a:fld>
            <a:endParaRPr lang="es-A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9DD8B-7DC0-1A39-D903-6158DCB5C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BF17B8-125E-6E39-9C79-0C5688BC1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DD4A-3BBD-43AE-A431-20591808C74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8784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633BC-852F-FE36-519E-D10DF9A9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7FBEDD-5633-A6E9-1FAA-87FF09725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73CE1C-7816-D8F9-2F59-17A4F1BCAE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DF6EF4-891E-EA28-FACF-E075544C6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DC7BC-3F1C-48F0-8760-399A98A166CB}" type="datetimeFigureOut">
              <a:rPr lang="es-AR" smtClean="0"/>
              <a:t>11/2/2026</a:t>
            </a:fld>
            <a:endParaRPr lang="es-A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AA5402-C169-98EC-9A64-4DE854FBA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44B96-2780-82B9-3EF2-1AE635A48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DD4A-3BBD-43AE-A431-20591808C74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36481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047B4-F7B2-DB04-DBE8-3943A2EA1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2F5C7A-8079-9097-438B-0BE7C54F9C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2ED13-431E-FD01-A83D-3AB41A5EE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DC7BC-3F1C-48F0-8760-399A98A166CB}" type="datetimeFigureOut">
              <a:rPr lang="es-AR" smtClean="0"/>
              <a:t>11/2/2026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6E979-A0A6-8077-5364-DC416827E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5780C-56C1-B390-F5ED-9BE3CD84B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DD4A-3BBD-43AE-A431-20591808C74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19984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5EB1DE-FBB6-248C-26CD-24128B4753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C82512-21F3-28E0-C550-73B47B3751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B6979-B77F-7348-9BAB-1275F29B0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DC7BC-3F1C-48F0-8760-399A98A166CB}" type="datetimeFigureOut">
              <a:rPr lang="es-AR" smtClean="0"/>
              <a:t>11/2/2026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41C30-DDF3-E33B-CC45-C2311602D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80836-EA40-8DFF-CB15-85B0D0AF3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DDD4A-3BBD-43AE-A431-20591808C74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45311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8142BF-E045-07BB-8ED3-AA049EC5A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4402E-C06D-B2F9-796D-CE180AFEC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CC09D-2A93-1A02-56D4-CED782BCE5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1DC7BC-3F1C-48F0-8760-399A98A166CB}" type="datetimeFigureOut">
              <a:rPr lang="es-AR" smtClean="0"/>
              <a:t>11/2/2026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E9A11-767B-9F34-FD24-6DF10FA2B4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4E6C6-B604-4D8C-511A-340E804979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DDD4A-3BBD-43AE-A431-20591808C74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83558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aac"/><Relationship Id="rId1" Type="http://schemas.microsoft.com/office/2007/relationships/media" Target="../media/media1.aac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aac"/><Relationship Id="rId1" Type="http://schemas.microsoft.com/office/2007/relationships/media" Target="../media/media1.aac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747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C3B80-96DD-CC54-6566-B78860E9B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03681"/>
            <a:ext cx="9144000" cy="2387600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rgbClr val="FFCF3F"/>
                </a:solidFill>
                <a:latin typeface="RuneScape Quill" pitchFamily="2" charset="0"/>
                <a:ea typeface="Verdana" panose="020B0604030504040204" pitchFamily="34" charset="0"/>
              </a:rPr>
              <a:t>Base de Datos para MMORPG</a:t>
            </a:r>
            <a:br>
              <a:rPr lang="en-US" sz="6600" b="1" dirty="0">
                <a:solidFill>
                  <a:srgbClr val="FFCF3F"/>
                </a:solidFill>
                <a:latin typeface="RuneScape Quill" pitchFamily="2" charset="0"/>
                <a:ea typeface="Verdana" panose="020B0604030504040204" pitchFamily="34" charset="0"/>
              </a:rPr>
            </a:br>
            <a:r>
              <a:rPr lang="en-US" sz="6600" b="1" dirty="0">
                <a:solidFill>
                  <a:srgbClr val="FFCF3F"/>
                </a:solidFill>
                <a:latin typeface="RuneScape Quill" pitchFamily="2" charset="0"/>
                <a:ea typeface="Verdana" panose="020B0604030504040204" pitchFamily="34" charset="0"/>
              </a:rPr>
              <a:t>‘RuneScape’</a:t>
            </a:r>
            <a:endParaRPr lang="es-AR" sz="6600" b="1" dirty="0">
              <a:solidFill>
                <a:srgbClr val="FFCF3F"/>
              </a:solidFill>
              <a:latin typeface="RuneScape Quill" pitchFamily="2" charset="0"/>
              <a:ea typeface="Verdan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F91AD3-B9B7-3B94-C829-B21088A998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376518"/>
            <a:ext cx="9144000" cy="1186389"/>
          </a:xfrm>
        </p:spPr>
        <p:txBody>
          <a:bodyPr/>
          <a:lstStyle/>
          <a:p>
            <a:r>
              <a:rPr lang="en-US" dirty="0" err="1">
                <a:solidFill>
                  <a:srgbClr val="FFCF3F"/>
                </a:solidFill>
                <a:latin typeface="RuneScape Plain 12" pitchFamily="2" charset="0"/>
              </a:rPr>
              <a:t>Trabajo</a:t>
            </a:r>
            <a:r>
              <a:rPr lang="en-US" dirty="0">
                <a:solidFill>
                  <a:srgbClr val="FFCF3F"/>
                </a:solidFill>
                <a:latin typeface="RuneScape Plain 12" pitchFamily="2" charset="0"/>
              </a:rPr>
              <a:t> </a:t>
            </a:r>
            <a:r>
              <a:rPr lang="en-US" dirty="0" err="1">
                <a:solidFill>
                  <a:srgbClr val="FFCF3F"/>
                </a:solidFill>
                <a:latin typeface="RuneScape Plain 12" pitchFamily="2" charset="0"/>
              </a:rPr>
              <a:t>Practico</a:t>
            </a:r>
            <a:r>
              <a:rPr lang="en-US" dirty="0">
                <a:solidFill>
                  <a:srgbClr val="FFCF3F"/>
                </a:solidFill>
                <a:latin typeface="RuneScape Plain 12" pitchFamily="2" charset="0"/>
              </a:rPr>
              <a:t> – Ingenieria de Datos – Grupo 3</a:t>
            </a:r>
          </a:p>
          <a:p>
            <a:r>
              <a:rPr lang="en-US" dirty="0" err="1">
                <a:solidFill>
                  <a:srgbClr val="FFCF3F"/>
                </a:solidFill>
                <a:latin typeface="RuneScape Plain 12" pitchFamily="2" charset="0"/>
              </a:rPr>
              <a:t>Integrantes</a:t>
            </a:r>
            <a:r>
              <a:rPr lang="en-US" dirty="0">
                <a:solidFill>
                  <a:srgbClr val="FFCF3F"/>
                </a:solidFill>
                <a:latin typeface="RuneScape Plain 12" pitchFamily="2" charset="0"/>
              </a:rPr>
              <a:t>: </a:t>
            </a:r>
            <a:endParaRPr lang="es-AR" dirty="0">
              <a:solidFill>
                <a:srgbClr val="FFCF3F"/>
              </a:solidFill>
              <a:latin typeface="RuneScape Plain 12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E11E26-5FD0-DCFC-DDD9-2179BB7C25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9466" y="456458"/>
            <a:ext cx="4073068" cy="1829542"/>
          </a:xfrm>
          <a:prstGeom prst="rect">
            <a:avLst/>
          </a:prstGeom>
        </p:spPr>
      </p:pic>
      <p:pic>
        <p:nvPicPr>
          <p:cNvPr id="4" name="Old RuneScape Soundtrack; Sea Shanty2 (128kbit_AAC)">
            <a:hlinkClick r:id="" action="ppaction://media"/>
            <a:extLst>
              <a:ext uri="{FF2B5EF4-FFF2-40B4-BE49-F238E27FC236}">
                <a16:creationId xmlns:a16="http://schemas.microsoft.com/office/drawing/2014/main" id="{61B44604-3745-061B-5892-AE8F4268D34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>
                  <p14:fade in="4000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88258" y="610944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48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6061" numSld="999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747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92FB5EE2-3E9D-1C09-326E-BA60CDBB5ACA}"/>
              </a:ext>
            </a:extLst>
          </p:cNvPr>
          <p:cNvSpPr/>
          <p:nvPr/>
        </p:nvSpPr>
        <p:spPr>
          <a:xfrm>
            <a:off x="3666564" y="2070380"/>
            <a:ext cx="5468470" cy="1750825"/>
          </a:xfrm>
          <a:prstGeom prst="wedgeRectCallout">
            <a:avLst>
              <a:gd name="adj1" fmla="val -61714"/>
              <a:gd name="adj2" fmla="val 9720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AC3B80-96DD-CC54-6566-B78860E9B8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5859" y="2408799"/>
            <a:ext cx="9144000" cy="1020201"/>
          </a:xfrm>
        </p:spPr>
        <p:txBody>
          <a:bodyPr>
            <a:normAutofit fontScale="90000"/>
          </a:bodyPr>
          <a:lstStyle/>
          <a:p>
            <a:pPr algn="l"/>
            <a:r>
              <a:rPr lang="en-US" sz="8000" b="1" dirty="0" err="1">
                <a:solidFill>
                  <a:srgbClr val="FFCF3F"/>
                </a:solidFill>
                <a:latin typeface="RuneScape Quill" pitchFamily="2" charset="0"/>
                <a:ea typeface="Verdana" panose="020B0604030504040204" pitchFamily="34" charset="0"/>
              </a:rPr>
              <a:t>Muchas</a:t>
            </a:r>
            <a:r>
              <a:rPr lang="en-US" sz="8000" b="1" dirty="0">
                <a:solidFill>
                  <a:srgbClr val="FFCF3F"/>
                </a:solidFill>
                <a:latin typeface="RuneScape Quill" pitchFamily="2" charset="0"/>
                <a:ea typeface="Verdana" panose="020B0604030504040204" pitchFamily="34" charset="0"/>
              </a:rPr>
              <a:t> Gracias!</a:t>
            </a:r>
            <a:endParaRPr lang="es-AR" sz="8000" b="1" dirty="0">
              <a:solidFill>
                <a:srgbClr val="FFCF3F"/>
              </a:solidFill>
              <a:latin typeface="RuneScape Quill" pitchFamily="2" charset="0"/>
              <a:ea typeface="Verdana" panose="020B0604030504040204" pitchFamily="34" charset="0"/>
            </a:endParaRPr>
          </a:p>
        </p:txBody>
      </p:sp>
      <p:pic>
        <p:nvPicPr>
          <p:cNvPr id="4" name="Old RuneScape Soundtrack; Sea Shanty2 (128kbit_AAC)">
            <a:hlinkClick r:id="" action="ppaction://media"/>
            <a:extLst>
              <a:ext uri="{FF2B5EF4-FFF2-40B4-BE49-F238E27FC236}">
                <a16:creationId xmlns:a16="http://schemas.microsoft.com/office/drawing/2014/main" id="{61B44604-3745-061B-5892-AE8F4268D34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>
                  <p14:fade in="40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8258" y="6109447"/>
            <a:ext cx="609600" cy="609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83FAF2E-6D5D-E1AE-71F9-0308E19A3C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8760" y="2846294"/>
            <a:ext cx="3082469" cy="4011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161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6061" numSld="999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23</Words>
  <Application>Microsoft Office PowerPoint</Application>
  <PresentationFormat>Widescreen</PresentationFormat>
  <Paragraphs>4</Paragraphs>
  <Slides>2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RuneScape Plain 12</vt:lpstr>
      <vt:lpstr>RuneScape Quill</vt:lpstr>
      <vt:lpstr>Office Theme</vt:lpstr>
      <vt:lpstr>Base de Datos para MMORPG ‘RuneScape’</vt:lpstr>
      <vt:lpstr>Muchas 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Matias Delgado</dc:creator>
  <cp:lastModifiedBy>Matias Delgado</cp:lastModifiedBy>
  <cp:revision>3</cp:revision>
  <dcterms:created xsi:type="dcterms:W3CDTF">2026-02-11T13:30:31Z</dcterms:created>
  <dcterms:modified xsi:type="dcterms:W3CDTF">2026-02-11T13:58:08Z</dcterms:modified>
</cp:coreProperties>
</file>